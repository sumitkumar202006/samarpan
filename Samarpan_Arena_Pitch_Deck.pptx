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96FF"/>
                </a:solidFill>
              </a:defRPr>
            </a:pPr>
            <a:r>
              <a:t>SAMARPAN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8A2BE2"/>
                </a:solidFill>
              </a:defRPr>
            </a:pPr>
            <a:r>
              <a:t>Host. Compete. Rank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2E6"/>
                </a:solidFill>
              </a:defRPr>
            </a:pPr>
            <a:r>
              <a:t>Real-Time Multiplayer Quiz Battle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Founder: Aman Maurya</a:t>
            </a:r>
          </a:p>
          <a:p>
            <a:pPr algn="ctr">
              <a:defRPr sz="1600">
                <a:solidFill>
                  <a:srgbClr val="C8D2E6"/>
                </a:solidFill>
              </a:defRPr>
            </a:pPr>
            <a:r>
              <a:t>📧 mauryaman2005@gmail.com | 📱 +91-XXXXXXXXXX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❌ Traditional quizzes lack engagement &amp; real-time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❌ No fair competition metrics - cheating goes undetected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❌ Poor UX with unfair, slow, outdated platforms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❌ Students can't track growth or compete meaningfully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❌ Teachers struggle to manage large-scale assessments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📊 Target: 10M+ students globally seeking competitive, fair assessment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⚡ Samarpan Arena: AI-Powered Real-Time Quiz Battle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🎮 Live Multiplayer Battles (1v1, 2v2, 4v4 team modes)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🛡️ Anti-Cheat System with real-time verification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📊 Instant Analytics (accuracy, speed, heatmaps)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🎤 Host-Controlled Rooms (pause, skip, custom settings)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📈 Elo-Based Ranking (fair skill assessment)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🤖 AI Quiz Generation (from text or PDFs)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💬 E2EE Social Features (friend challenges, messaging)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C8D2E6"/>
                </a:solidFill>
              </a:defRPr>
            </a:pPr>
            <a:r>
              <a:t>✨ Why Better: Real-time sync, fair competition, gamified progression, and educator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6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1️⃣  HOST CREATES ROOM OR USER JOINS MATCH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 → Choose quiz, mode (1v1/2v2/4v4), rules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2️⃣  PLAYERS COMPETE IN REAL-TIME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 → Synced questions, live timer, instant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3️⃣  RESULTS &amp; ANALYTICS DISPLAYED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   → Leaderboard, rating change, performance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FF"/>
                </a:solidFill>
              </a:defRPr>
            </a:pPr>
            <a:r>
              <a:t>User Journey: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A2BE2"/>
                </a:solidFill>
              </a:defRPr>
            </a:pPr>
            <a:r>
              <a:t>🔓 JOIN  →  ⚡ PLAY  →  🏆 COMPETE  →  📊 ANALYZE  →  📈 IMPROVE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96FF"/>
                </a:solidFill>
              </a:defRPr>
            </a:pPr>
            <a:r>
              <a:t>BUSINESS MODEL &amp;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💰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840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College Subscriptions (₹50K-200K/year)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Premium Features (Advanced analytics, AI quiz gen)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Paid Tournaments (5-10% commission)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Sponsored Quizzes &amp;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A2BE2"/>
                </a:solidFill>
              </a:defRPr>
            </a:pPr>
            <a:r>
              <a:t>📌 Cost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3840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Cloud Hosting (AWS/GCP): ₹30K/month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Development Team: ₹3-5L/month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Marketing &amp; Growth: 20% of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Infrastructure &amp; Support: 10% of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📈 Growth Potential: EdTech market (₹30B by 2025) + Competitive exams + Corporate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A2BE2"/>
                </a:solidFill>
              </a:defRPr>
            </a:pPr>
            <a:r>
              <a:t>🚀 Path to Scale: India → SEA (300M+ students) →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96FF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👥 User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7490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Direct college partnerships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Campus ambassador program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Student communities &amp; forums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Viral in-app referrals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A2BE2"/>
                </a:solidFill>
              </a:defRPr>
            </a:pPr>
            <a:r>
              <a:t>📢 Marketing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37490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Instagram &amp; TikTok (gaming angle)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WhatsApp groups &amp; communities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College events &amp; hackathons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Influencer partnerships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🎯 Expansion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Phase 1: Tier-1 &amp; Tier-2 colleges (India)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Phase 2: Competitive exam platforms (JEE, NEET, UPSC)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Phase 3: International markets &amp; corporate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9144000" cy="38100"/>
          </a:xfrm>
          <a:prstGeom prst="rect">
            <a:avLst/>
          </a:prstGeom>
          <a:solidFill>
            <a:srgbClr val="0096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96FF"/>
                </a:solidFill>
              </a:defRPr>
            </a:pPr>
            <a:r>
              <a:t>ROADMAP TO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🛠️ Product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7490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Q2 2024: Mobile app (iOS/Android)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Q3 2024: Advanced anti-cheat v2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Q4 2024: Random matchmaking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Q1 2025: Tournament hosting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Q2 2025: AI content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A2BE2"/>
                </a:solidFill>
              </a:defRPr>
            </a:pPr>
            <a:r>
              <a:t>📊 Growth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3749039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Q2 2024: 10+ colleges onboarded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Q3 2024: 10,000+ daily active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Q4 2024: 50K+ registered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Q1 2025: National tournament series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Q2 2025: $1M ARR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🌟 VISION: Make competitive learning fun, fair, and accessible to 100M+ students globally</a:t>
            </a:r>
          </a:p>
          <a:p>
            <a:pPr algn="ctr">
              <a:spcBef>
                <a:spcPts val="600"/>
              </a:spcBef>
              <a:defRPr sz="1600" i="1">
                <a:solidFill>
                  <a:srgbClr val="C8D2E6"/>
                </a:solidFill>
              </a:defRPr>
            </a:pPr>
            <a:r>
              <a:t>The ultimate platform for skill-based competition and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